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1" r:id="rId15"/>
    <p:sldId id="273" r:id="rId16"/>
    <p:sldId id="274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>
        <p:scale>
          <a:sx n="40" d="100"/>
          <a:sy n="40" d="100"/>
        </p:scale>
        <p:origin x="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56E0CF-0512-4C5B-9DDE-D37CBBD110C8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34661-D4E3-4CC1-8B0F-E4A369570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92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Uninformed</a:t>
            </a:r>
            <a:r>
              <a:rPr lang="fr-FR" dirty="0"/>
              <a:t> </a:t>
            </a:r>
            <a:r>
              <a:rPr lang="fr-FR" dirty="0" err="1"/>
              <a:t>Search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82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Fringe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8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5EF7-DE4D-83CE-3400-357D23FE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4DE42-96CA-808C-CC1E-D88649C3B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CB082-7E4B-3001-2456-283835BAC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Informed</a:t>
            </a:r>
            <a:r>
              <a:rPr lang="fr-FR" dirty="0"/>
              <a:t> </a:t>
            </a:r>
            <a:r>
              <a:rPr lang="fr-FR" dirty="0" err="1"/>
              <a:t>search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a Guess/</a:t>
            </a:r>
            <a:r>
              <a:rPr lang="fr-FR" dirty="0" err="1"/>
              <a:t>Estimate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2AF38-E1A3-C7EB-F81C-9C2F31E50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408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30355-6BB9-9208-9619-2259D123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84832-1829-7049-E4E9-8F0B8AC25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60968-3690-6FF8-69C7-2B3ADC1C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f(n) = g(n) + h(n)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g(n) (Cost so far):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much gas have we already used? (Distance from Start)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h(n) (Heuristic):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much gas do we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guess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need to finish? (Estimated distance to Goal)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B50A1-E888-0483-42A6-1C8D4008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66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Adverserial</a:t>
            </a:r>
            <a:r>
              <a:rPr lang="fr-FR" dirty="0"/>
              <a:t> </a:t>
            </a:r>
            <a:r>
              <a:rPr lang="fr-FR" dirty="0" err="1"/>
              <a:t>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80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Prepositional</a:t>
            </a:r>
            <a:r>
              <a:rPr lang="fr-FR" dirty="0"/>
              <a:t>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84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314E7-E589-9F4C-8D13-B1E33C12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31840-039D-BBC1-D724-E9C8D1320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818F2-3511-A7DD-E2BB-9B63FFA52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4EFA9-FC61-3768-9D8B-144EE56F4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31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DD97-D779-CB62-F3D1-D7024B0D3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D6FED-E53B-E2FF-AF84-271C68F54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E9A71-BE08-40C5-E0A6-B69722F29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Give</a:t>
            </a:r>
            <a:r>
              <a:rPr lang="fr-FR" dirty="0"/>
              <a:t> and </a:t>
            </a:r>
            <a:r>
              <a:rPr lang="fr-FR" dirty="0" err="1"/>
              <a:t>example</a:t>
            </a:r>
            <a:r>
              <a:rPr lang="fr-FR" dirty="0"/>
              <a:t> and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9BF38-D2F1-8214-9259-19AF3FB17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75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2D14-8A2D-1A79-7FFB-58396665F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1AC60-393F-6630-9E4C-67F7FCD7E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44A72-5661-8E26-4FDA-687BE96CD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Give</a:t>
            </a:r>
            <a:r>
              <a:rPr lang="fr-FR" dirty="0"/>
              <a:t> an </a:t>
            </a:r>
            <a:r>
              <a:rPr lang="fr-FR" dirty="0" err="1"/>
              <a:t>example</a:t>
            </a:r>
            <a:r>
              <a:rPr lang="fr-FR" dirty="0"/>
              <a:t> and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2690A-7329-A150-1012-26FA1FD68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95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B100-AD36-914E-1BD4-90F34D10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B1BB2-CBE9-F30D-9619-A3F7E05C8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28BE7-6EBA-2558-127A-F16AF6AB4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CC70D-F83B-2956-8C97-F69017719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34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B41F-4752-28BA-B323-1ABFD8EA7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1C763-19EC-C11F-1027-231F40947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10303-361D-422A-D74E-9BDC4A97C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25C18-87AF-194E-49A0-63272089C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34661-D4E3-4CC1-8B0F-E4A3695706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25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35DE-52D9-43D8-144C-337A7B837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1EB9A-6E05-8A93-9087-C19FACA57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78D8E-107E-A725-9945-4271F2F40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F00AA-4765-7250-BE2D-D26E98B0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B9BD6-C666-44E5-F03B-22B6484C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1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9EDA-1FC4-61FE-1C2B-EDC1A657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DB7B-36CB-B676-5F6A-FBE3C4687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9DF14-E43A-D217-3E9A-75DA63D1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DF0EF-74C6-B5E4-9660-FFDB65CE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330D-2020-200F-A041-BCF76B4A0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6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AAC76-6CFA-018C-CD15-73D8DA2D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BEECA-C57D-47FD-C8E7-3B5EB0DA4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83C01-F07B-7058-D780-851A41C6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5774C-EC75-6CB8-2C13-251497E9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E4569-ED6A-658C-B0AC-A89F7CA4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3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C8C8-B0D0-1D22-3230-E02BD5DD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5D3BE-6FCF-446F-3F5C-7E9716FB4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4970-C405-3F68-8EA6-2067E5140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A77F9-59FB-5098-1E51-F8E5057A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55C8C-22DA-06A2-7BDB-713E80D8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D8B51-1541-8E1B-F88F-F65FC4B09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6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5BAC-932A-7187-EF04-187447D8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065F6-82DF-18A2-FD31-BABF23F57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9711F-F101-4154-6223-F04B2626B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59378-6CAE-918D-C54E-F7CD3ADE5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429B3-4769-A2B8-E365-FC6DD574F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8669B-DDFC-B5F7-7710-72C8F0620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2BF02-F28C-448B-0B2A-1647EE47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50B2F-B00B-C1DC-24C0-0E1F8D0B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3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22FF-DEC9-0E6B-CE1D-E4246CED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DAC4C-4674-F12B-325A-E82EF135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7CE17-36AB-5E50-B223-87734770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9C4F6-3A9B-2519-3849-BFA9B210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6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6921A-126A-25D6-59E1-265FD334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39A004-4794-0EBE-13C0-B4D99CA4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FEEEB-70A6-8FB9-6273-832954A2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51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980F-826D-B7CB-F64A-BAA06DEED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87430-503B-3540-D462-DAE9649C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5033C-39D3-07A6-109D-C5D9E429F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CBCA9-877B-48DC-2D99-3909C964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CEB91-6485-E7FD-0EB3-412BEA1C5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B84D5-2435-8038-0F28-1A103991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1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A200E-BB01-4FA3-0E05-A100AF19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8E267-2269-6D77-A376-3821669D9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DEBB5-BD95-FC77-1ADE-4658D38DB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E4381-26F7-CA9A-6680-724384BE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873D5-C5D5-D2D6-6821-421314A5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A106E-90DE-1954-E582-E0018845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7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1F70-969C-CBD0-3FC5-82990F05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0FAE7-3843-C71A-9EE6-7923F30F5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8E9BA-EF55-4A90-F664-A7BE1A0B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0C57E-1495-1275-10CC-FA130C8D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7A97C-D1C0-8B0C-D2CA-9531EC30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0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31536E-F4F5-9847-1E14-F84C09EB3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1FC56-AD93-B681-C382-B089CEA17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9DE34-AEC4-9908-C9BE-5196B00C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96A4E-12AB-7F22-F4C6-FE511D1C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4C069-F9DD-2651-46E9-8786C5C00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4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D80E57-A832-197D-144C-23D927E1B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712C-80F2-D004-D237-5EB18B055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5FCC8-22D2-4002-A275-9873B6D49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7C80E-E92D-46A3-B5C1-7BC4F77CB07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9148E-1663-CE65-618A-CA692F149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0D61C-5F40-65EB-06E9-ED7E36B77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A1C37-EE0E-49FB-B4FA-2499A22F2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0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E9076-7069-6E9D-8D13-81547156C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432" y="0"/>
            <a:ext cx="47971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62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7F811-BF9E-1D0E-C7EE-E19E0DD1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I vs ML vs DL vs Data Science. Artificial intelligence: | by Amna | Medium">
            <a:extLst>
              <a:ext uri="{FF2B5EF4-FFF2-40B4-BE49-F238E27FC236}">
                <a16:creationId xmlns:a16="http://schemas.microsoft.com/office/drawing/2014/main" id="{8F50E57A-B224-7F46-4EAD-993D5F692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950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3BDB9-F463-5038-5A9D-BF6F8B2D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4C303-EC73-FDAD-F888-3D2496570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609600"/>
            <a:ext cx="7892716" cy="534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8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F204E-68DD-C5DE-DE6D-F1524B604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CD835B-FAD4-5EE9-0CD5-4BD18DFE5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514" y="1437464"/>
            <a:ext cx="8341018" cy="39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56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34184-D1CD-1E03-4904-ECAD86D0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F156C0-7BD7-A78C-BBDC-D47A5FE7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703" y="1207169"/>
            <a:ext cx="7995158" cy="444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05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AFB779-D5A0-EABE-EF7D-E4827F5B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fference between BFS and DFS | GeeksforGeeks">
            <a:extLst>
              <a:ext uri="{FF2B5EF4-FFF2-40B4-BE49-F238E27FC236}">
                <a16:creationId xmlns:a16="http://schemas.microsoft.com/office/drawing/2014/main" id="{C96A9C7E-18DA-AA46-4EC1-D53D00644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1042988"/>
            <a:ext cx="9534525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444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B8863-038A-CB24-2210-C64D2523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tacks and Queues. What’s the difference? | by Alice Wang | Medium">
            <a:extLst>
              <a:ext uri="{FF2B5EF4-FFF2-40B4-BE49-F238E27FC236}">
                <a16:creationId xmlns:a16="http://schemas.microsoft.com/office/drawing/2014/main" id="{40EE9AA5-F86F-8F89-D5AD-E478969B1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457325"/>
            <a:ext cx="1083945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86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FC223-1A48-5D30-A4B3-F33EC0CC0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DAB920-C3C2-9019-6E7D-A19719923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614" y="850231"/>
            <a:ext cx="9123183" cy="510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3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7BB03-36A7-0890-1BC7-A689612D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5EEB25-B886-B5C7-1B40-96A65DD2E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53" y="877216"/>
            <a:ext cx="9474506" cy="510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9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1D8E9-063D-7F37-FB29-1AD6156C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formation to Heaps in Python - The Dev News">
            <a:extLst>
              <a:ext uri="{FF2B5EF4-FFF2-40B4-BE49-F238E27FC236}">
                <a16:creationId xmlns:a16="http://schemas.microsoft.com/office/drawing/2014/main" id="{DDED9B69-5EDE-4C53-E87A-DDA319CED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625" y="1038726"/>
            <a:ext cx="8498750" cy="478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857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379DF-83D3-7B06-0504-9B133B92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06598A-1E99-F82E-7771-0595B91A1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764" y="930442"/>
            <a:ext cx="8206692" cy="486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59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A4950-6DD9-6A1D-D31A-9CF8F612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3293AB-612F-BAC1-3525-EA8D0A34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158" y="866274"/>
            <a:ext cx="8754968" cy="498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92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8F2DA-CF2D-5E9B-2928-D6400B5D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ogic Gates - Inst Tools">
            <a:extLst>
              <a:ext uri="{FF2B5EF4-FFF2-40B4-BE49-F238E27FC236}">
                <a16:creationId xmlns:a16="http://schemas.microsoft.com/office/drawing/2014/main" id="{A2D5D05B-36B5-A61E-AD4F-28E93BE1D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807" y="1175184"/>
            <a:ext cx="7576386" cy="450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514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40AF8-B629-93BB-E035-D17E7237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ogic Gates - Inst Tools">
            <a:extLst>
              <a:ext uri="{FF2B5EF4-FFF2-40B4-BE49-F238E27FC236}">
                <a16:creationId xmlns:a16="http://schemas.microsoft.com/office/drawing/2014/main" id="{12ABA560-F95E-F49E-572C-F478665D4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807" y="1175184"/>
            <a:ext cx="7576386" cy="450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72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A58E2-7DE8-88EB-0B84-E8945C3A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anagement AI: Types Of Machine Learning Systems">
            <a:extLst>
              <a:ext uri="{FF2B5EF4-FFF2-40B4-BE49-F238E27FC236}">
                <a16:creationId xmlns:a16="http://schemas.microsoft.com/office/drawing/2014/main" id="{A27C240B-7F41-E97A-E92D-2DEAF6BDE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163" y="1058780"/>
            <a:ext cx="10420213" cy="413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44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E3635-CA1A-8CFA-A0A8-1BAC1E21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FDFC2F-F540-2A33-CDFF-42EEAA03B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675" y="1090863"/>
            <a:ext cx="9109548" cy="444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04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B2F06-AECA-20EC-390B-F686072C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11FE1A-459F-5F7F-5478-9C82DC537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648" y="2225842"/>
            <a:ext cx="8823165" cy="240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4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104</Words>
  <Application>Microsoft Office PowerPoint</Application>
  <PresentationFormat>Widescreen</PresentationFormat>
  <Paragraphs>21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mouad zemzoumi</dc:creator>
  <cp:lastModifiedBy>mouad zemzoumi</cp:lastModifiedBy>
  <cp:revision>5</cp:revision>
  <dcterms:created xsi:type="dcterms:W3CDTF">2026-02-04T09:59:53Z</dcterms:created>
  <dcterms:modified xsi:type="dcterms:W3CDTF">2026-02-04T23:09:22Z</dcterms:modified>
</cp:coreProperties>
</file>